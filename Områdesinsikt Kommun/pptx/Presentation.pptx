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7" r:id="rId5"/>
    <p:sldId id="286" r:id="rId6"/>
    <p:sldId id="288" r:id="rId7"/>
    <p:sldId id="289" r:id="rId8"/>
    <p:sldId id="291" r:id="rId9"/>
    <p:sldId id="29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5AFF51-416B-45F2-8DF4-C62F09CF4037}" v="1" dt="2025-11-28T12:59:21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0655" autoAdjust="0"/>
  </p:normalViewPr>
  <p:slideViewPr>
    <p:cSldViewPr snapToGrid="0">
      <p:cViewPr varScale="1">
        <p:scale>
          <a:sx n="87" d="100"/>
          <a:sy n="87" d="100"/>
        </p:scale>
        <p:origin x="90" y="135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cilia Wallström" userId="d154d21b-d17a-4a2c-8903-3782acbc3dc4" providerId="ADAL" clId="{6312EA08-0A6C-489B-B18A-DAEE054005E8}"/>
    <pc:docChg chg="custSel addSld delSld modSld">
      <pc:chgData name="Cecilia Wallström" userId="d154d21b-d17a-4a2c-8903-3782acbc3dc4" providerId="ADAL" clId="{6312EA08-0A6C-489B-B18A-DAEE054005E8}" dt="2025-11-28T13:00:07.348" v="76" actId="47"/>
      <pc:docMkLst>
        <pc:docMk/>
      </pc:docMkLst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2586058810" sldId="256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1713219598" sldId="257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3571516367" sldId="258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1742861620" sldId="266"/>
        </pc:sldMkLst>
      </pc:sldChg>
      <pc:sldChg chg="del">
        <pc:chgData name="Cecilia Wallström" userId="d154d21b-d17a-4a2c-8903-3782acbc3dc4" providerId="ADAL" clId="{6312EA08-0A6C-489B-B18A-DAEE054005E8}" dt="2025-11-28T12:59:18.526" v="0" actId="2696"/>
        <pc:sldMkLst>
          <pc:docMk/>
          <pc:sldMk cId="1969787568" sldId="271"/>
        </pc:sldMkLst>
      </pc:sldChg>
      <pc:sldChg chg="modSp add mod">
        <pc:chgData name="Cecilia Wallström" userId="d154d21b-d17a-4a2c-8903-3782acbc3dc4" providerId="ADAL" clId="{6312EA08-0A6C-489B-B18A-DAEE054005E8}" dt="2025-11-28T12:59:59.163" v="75" actId="20577"/>
        <pc:sldMkLst>
          <pc:docMk/>
          <pc:sldMk cId="2231971747" sldId="271"/>
        </pc:sldMkLst>
        <pc:spChg chg="mod">
          <ac:chgData name="Cecilia Wallström" userId="d154d21b-d17a-4a2c-8903-3782acbc3dc4" providerId="ADAL" clId="{6312EA08-0A6C-489B-B18A-DAEE054005E8}" dt="2025-11-28T12:59:25.122" v="5" actId="20577"/>
          <ac:spMkLst>
            <pc:docMk/>
            <pc:sldMk cId="2231971747" sldId="271"/>
            <ac:spMk id="2" creationId="{8BDF1EDE-5423-435C-B149-87AB1BC22B83}"/>
          </ac:spMkLst>
        </pc:spChg>
        <pc:spChg chg="mod">
          <ac:chgData name="Cecilia Wallström" userId="d154d21b-d17a-4a2c-8903-3782acbc3dc4" providerId="ADAL" clId="{6312EA08-0A6C-489B-B18A-DAEE054005E8}" dt="2025-11-28T12:59:59.163" v="75" actId="20577"/>
          <ac:spMkLst>
            <pc:docMk/>
            <pc:sldMk cId="2231971747" sldId="271"/>
            <ac:spMk id="3" creationId="{AF64C29E-DF30-4DC6-AB95-2016F9A703B6}"/>
          </ac:spMkLst>
        </pc:spChg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608796113" sldId="278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2241459136" sldId="279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334696707" sldId="280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103458723" sldId="281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636929804" sldId="282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1658164610" sldId="283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2403577982" sldId="284"/>
        </pc:sldMkLst>
      </pc:sldChg>
      <pc:sldChg chg="del">
        <pc:chgData name="Cecilia Wallström" userId="d154d21b-d17a-4a2c-8903-3782acbc3dc4" providerId="ADAL" clId="{6312EA08-0A6C-489B-B18A-DAEE054005E8}" dt="2025-11-28T13:00:07.348" v="76" actId="47"/>
        <pc:sldMkLst>
          <pc:docMk/>
          <pc:sldMk cId="2791821786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01F7-5EA5-3A27-296B-A1E77997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FD76B-2DB2-4FE1-BAC7-BB7ED4F9E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A9935-4EC2-7F2D-52FA-A53251B4F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2F6DB-C014-C134-5618-480815CDC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7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E8E2-2D17-CAD3-7466-BB996B6E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A5BE1-7507-79EA-B584-D03C47EC5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75FC9-B7BD-5D22-36AD-BE02A8403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D4C5A-305E-D4C3-CDE5-4FE81CEB3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15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EB670-76FD-FA37-7CFF-44A85ADC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C5F70-A600-BCC7-7017-AA48FB8A2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AA434-2CE2-7392-A9BF-29041EC05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5A236-9F8A-0E6E-8CD0-621193EB2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64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9064-63B6-08E9-FD66-B4661DC4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8EBA3-7F47-F42A-B89E-89B3C072D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9B45F-97EB-3DE0-4C94-128AC89BE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31045-BA16-F8A3-D31A-41B54306F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326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CA3B-4A4C-5A09-03F9-52C91803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47089-B959-C52C-FCC7-6952599FB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CA673-9646-3BF9-2742-669CA0967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28A58-AFCE-B7CD-CE5F-3F9D6E537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631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02493-4C3A-C69B-1CB0-8101AE72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814C6-DD72-0CCB-AF72-BD5C4C2C4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77437-0C00-97C4-113A-8C85D0CD2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12746-52AC-493A-92F4-E4A1D74C9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112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352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CE03-8B74-F624-CDBA-3EAA830B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45F3-9835-647A-B4D3-21A376398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 err="1"/>
              <a:t>OmRådesinsikt</a:t>
            </a:r>
            <a:r>
              <a:rPr lang="en-US" dirty="0"/>
              <a:t> </a:t>
            </a:r>
            <a:r>
              <a:rPr lang="en-US" dirty="0" err="1"/>
              <a:t>KOmmun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49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D3C8-FC17-7CBC-90D7-6C741C10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112847-5485-1B27-6E7B-4CBE9B16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 err="1"/>
              <a:t>Statistisk</a:t>
            </a:r>
            <a:r>
              <a:rPr lang="en-US" dirty="0"/>
              <a:t> </a:t>
            </a:r>
            <a:r>
              <a:rPr lang="en-US" dirty="0" err="1"/>
              <a:t>översikt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73570E-9AA8-5B90-F4D4-5CBD8078B0A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Rapporten</a:t>
            </a:r>
            <a:r>
              <a:rPr lang="en-US" dirty="0"/>
              <a:t> </a:t>
            </a:r>
            <a:r>
              <a:rPr lang="en-US" dirty="0" err="1"/>
              <a:t>startar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interaktiv</a:t>
            </a:r>
            <a:r>
              <a:rPr lang="en-US" dirty="0"/>
              <a:t> </a:t>
            </a:r>
            <a:r>
              <a:rPr lang="en-US" dirty="0" err="1"/>
              <a:t>karta</a:t>
            </a:r>
            <a:r>
              <a:rPr lang="en-US" dirty="0"/>
              <a:t> och med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över</a:t>
            </a:r>
            <a:r>
              <a:rPr lang="en-US" dirty="0"/>
              <a:t> </a:t>
            </a:r>
            <a:r>
              <a:rPr lang="en-US" dirty="0" err="1"/>
              <a:t>demografin</a:t>
            </a:r>
            <a:r>
              <a:rPr lang="en-US" dirty="0"/>
              <a:t>. </a:t>
            </a:r>
            <a:r>
              <a:rPr lang="en-US" dirty="0" err="1"/>
              <a:t>Initialt</a:t>
            </a:r>
            <a:r>
              <a:rPr lang="en-US" dirty="0"/>
              <a:t> visas </a:t>
            </a:r>
            <a:r>
              <a:rPr lang="en-US" dirty="0" err="1"/>
              <a:t>totalsiffrorna</a:t>
            </a:r>
            <a:r>
              <a:rPr lang="en-US" dirty="0"/>
              <a:t> och sedan med </a:t>
            </a:r>
            <a:r>
              <a:rPr lang="en-US" dirty="0" err="1"/>
              <a:t>hjälp</a:t>
            </a:r>
            <a:r>
              <a:rPr lang="en-US" dirty="0"/>
              <a:t> av </a:t>
            </a:r>
            <a:r>
              <a:rPr lang="en-US" dirty="0" err="1"/>
              <a:t>filtermeny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man </a:t>
            </a:r>
            <a:r>
              <a:rPr lang="en-US" dirty="0" err="1"/>
              <a:t>drilla</a:t>
            </a:r>
            <a:r>
              <a:rPr lang="en-US" dirty="0"/>
              <a:t> </a:t>
            </a:r>
            <a:r>
              <a:rPr lang="en-US" dirty="0" err="1"/>
              <a:t>ner</a:t>
            </a:r>
            <a:r>
              <a:rPr lang="en-US" dirty="0"/>
              <a:t> </a:t>
            </a:r>
            <a:r>
              <a:rPr lang="en-US" dirty="0" err="1"/>
              <a:t>inom</a:t>
            </a:r>
            <a:r>
              <a:rPr lang="en-US" dirty="0"/>
              <a:t> </a:t>
            </a:r>
            <a:r>
              <a:rPr lang="en-US" dirty="0" err="1"/>
              <a:t>kommun</a:t>
            </a:r>
            <a:r>
              <a:rPr lang="en-US" dirty="0"/>
              <a:t>, region och </a:t>
            </a:r>
            <a:r>
              <a:rPr lang="en-US" dirty="0" err="1"/>
              <a:t>välja</a:t>
            </a:r>
            <a:r>
              <a:rPr lang="en-US" dirty="0"/>
              <a:t> </a:t>
            </a:r>
            <a:r>
              <a:rPr lang="en-US" dirty="0" err="1"/>
              <a:t>vilket</a:t>
            </a:r>
            <a:r>
              <a:rPr lang="en-US" dirty="0"/>
              <a:t> </a:t>
            </a:r>
            <a:r>
              <a:rPr lang="en-US" dirty="0" err="1"/>
              <a:t>år</a:t>
            </a:r>
            <a:r>
              <a:rPr lang="en-US" dirty="0"/>
              <a:t> man </a:t>
            </a:r>
            <a:r>
              <a:rPr lang="en-US" dirty="0" err="1"/>
              <a:t>vill</a:t>
            </a:r>
            <a:r>
              <a:rPr lang="en-US" dirty="0"/>
              <a:t> se.</a:t>
            </a:r>
          </a:p>
          <a:p>
            <a:r>
              <a:rPr lang="en-US" dirty="0" err="1"/>
              <a:t>Även</a:t>
            </a:r>
            <a:r>
              <a:rPr lang="en-US" dirty="0"/>
              <a:t> </a:t>
            </a:r>
            <a:r>
              <a:rPr lang="en-US" dirty="0" err="1"/>
              <a:t>kartan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klickbar</a:t>
            </a:r>
            <a:r>
              <a:rPr lang="en-US" dirty="0"/>
              <a:t> och vid </a:t>
            </a:r>
            <a:r>
              <a:rPr lang="en-US" dirty="0" err="1"/>
              <a:t>filtreringarna</a:t>
            </a:r>
            <a:r>
              <a:rPr lang="en-US" dirty="0"/>
              <a:t>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följer</a:t>
            </a:r>
            <a:r>
              <a:rPr lang="en-US" dirty="0"/>
              <a:t> </a:t>
            </a:r>
            <a:r>
              <a:rPr lang="en-US" dirty="0" err="1"/>
              <a:t>även</a:t>
            </a:r>
            <a:r>
              <a:rPr lang="en-US" dirty="0"/>
              <a:t> </a:t>
            </a:r>
            <a:r>
              <a:rPr lang="en-US" dirty="0" err="1"/>
              <a:t>filtreringen</a:t>
            </a:r>
            <a:r>
              <a:rPr lang="en-US" dirty="0"/>
              <a:t> med </a:t>
            </a:r>
            <a:r>
              <a:rPr lang="en-US" dirty="0" err="1"/>
              <a:t>i</a:t>
            </a:r>
            <a:r>
              <a:rPr lang="en-US" dirty="0"/>
              <a:t> de </a:t>
            </a:r>
            <a:r>
              <a:rPr lang="en-US" dirty="0" err="1"/>
              <a:t>demografiska</a:t>
            </a:r>
            <a:r>
              <a:rPr lang="en-US" dirty="0"/>
              <a:t> </a:t>
            </a:r>
            <a:r>
              <a:rPr lang="en-US" dirty="0" err="1"/>
              <a:t>diagrammen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EC802-FEF4-72B7-2519-38CD917C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2CF1AE-D60E-22AC-E9B6-95A51ACC8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69" y="422135"/>
            <a:ext cx="5744230" cy="323849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A84579-DA40-7D0A-E06F-35F364FFF32F}"/>
              </a:ext>
            </a:extLst>
          </p:cNvPr>
          <p:cNvCxnSpPr/>
          <p:nvPr/>
        </p:nvCxnSpPr>
        <p:spPr>
          <a:xfrm>
            <a:off x="7080069" y="1994263"/>
            <a:ext cx="949234" cy="1828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4791D65-0808-CEBC-29BA-6FFEAF81B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052" y="3812954"/>
            <a:ext cx="4519748" cy="254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2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7930-1AC6-711C-816D-1DE502CED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CB21FC-E5CE-C149-D651-D3F845D38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4796245" cy="1917700"/>
          </a:xfrm>
        </p:spPr>
        <p:txBody>
          <a:bodyPr>
            <a:normAutofit/>
          </a:bodyPr>
          <a:lstStyle/>
          <a:p>
            <a:r>
              <a:rPr lang="en-US" dirty="0" err="1"/>
              <a:t>Detaljer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8D9998-8A38-7E83-8887-B46121E999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 err="1"/>
              <a:t>Följande</a:t>
            </a:r>
            <a:r>
              <a:rPr lang="en-US" dirty="0"/>
              <a:t> </a:t>
            </a:r>
            <a:r>
              <a:rPr lang="en-US" dirty="0" err="1"/>
              <a:t>två</a:t>
            </a:r>
            <a:r>
              <a:rPr lang="en-US" dirty="0"/>
              <a:t> </a:t>
            </a:r>
            <a:r>
              <a:rPr lang="en-US" dirty="0" err="1"/>
              <a:t>sidor</a:t>
            </a:r>
            <a:r>
              <a:rPr lang="en-US" dirty="0"/>
              <a:t> ger </a:t>
            </a:r>
            <a:r>
              <a:rPr lang="en-US" dirty="0" err="1"/>
              <a:t>mer</a:t>
            </a:r>
            <a:r>
              <a:rPr lang="en-US" dirty="0"/>
              <a:t> </a:t>
            </a:r>
            <a:r>
              <a:rPr lang="en-US" dirty="0" err="1"/>
              <a:t>detaljer</a:t>
            </a:r>
            <a:r>
              <a:rPr lang="en-US" dirty="0"/>
              <a:t> </a:t>
            </a:r>
            <a:r>
              <a:rPr lang="en-US" dirty="0" err="1"/>
              <a:t>kring</a:t>
            </a:r>
            <a:r>
              <a:rPr lang="en-US" dirty="0"/>
              <a:t> </a:t>
            </a:r>
            <a:r>
              <a:rPr lang="en-US" dirty="0" err="1"/>
              <a:t>demografin</a:t>
            </a:r>
            <a:r>
              <a:rPr lang="en-US" dirty="0"/>
              <a:t> </a:t>
            </a:r>
            <a:r>
              <a:rPr lang="en-US" dirty="0" err="1"/>
              <a:t>samt</a:t>
            </a:r>
            <a:r>
              <a:rPr lang="en-US" dirty="0"/>
              <a:t> </a:t>
            </a:r>
            <a:r>
              <a:rPr lang="en-US" dirty="0" err="1"/>
              <a:t>möjlighet</a:t>
            </a:r>
            <a:r>
              <a:rPr lang="en-US" dirty="0"/>
              <a:t> till </a:t>
            </a:r>
            <a:r>
              <a:rPr lang="en-US" dirty="0" err="1"/>
              <a:t>jämförelser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A1909-0B20-CC46-AA00-E37B0B53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A938CD-AB3E-7B67-BF06-F1F522362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420288"/>
            <a:ext cx="5264902" cy="2939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055BFB-8558-7B7B-BC4A-39C3966F2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09192"/>
            <a:ext cx="5264902" cy="29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0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6A1E8-B29E-89CD-D789-297E1359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BA9A93-3FDD-19C0-122E-360983AC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4796245" cy="1917700"/>
          </a:xfrm>
        </p:spPr>
        <p:txBody>
          <a:bodyPr>
            <a:normAutofit/>
          </a:bodyPr>
          <a:lstStyle/>
          <a:p>
            <a:r>
              <a:rPr lang="en-US" dirty="0"/>
              <a:t>65+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21A298-1867-31B3-C517-F02361B2F1BE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 </a:t>
            </a:r>
            <a:r>
              <a:rPr lang="en-US" dirty="0" err="1"/>
              <a:t>viktig</a:t>
            </a:r>
            <a:r>
              <a:rPr lang="en-US" dirty="0"/>
              <a:t> </a:t>
            </a:r>
            <a:r>
              <a:rPr lang="en-US" dirty="0" err="1"/>
              <a:t>målgrupp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analyser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65+arna </a:t>
            </a:r>
            <a:r>
              <a:rPr lang="en-US" dirty="0" err="1"/>
              <a:t>så</a:t>
            </a:r>
            <a:r>
              <a:rPr lang="en-US" dirty="0"/>
              <a:t> </a:t>
            </a:r>
            <a:r>
              <a:rPr lang="en-US" dirty="0" err="1"/>
              <a:t>denna</a:t>
            </a:r>
            <a:r>
              <a:rPr lang="en-US" dirty="0"/>
              <a:t> </a:t>
            </a:r>
            <a:r>
              <a:rPr lang="en-US" dirty="0" err="1"/>
              <a:t>målgrupp</a:t>
            </a:r>
            <a:r>
              <a:rPr lang="en-US" dirty="0"/>
              <a:t> </a:t>
            </a:r>
            <a:r>
              <a:rPr lang="en-US" dirty="0" err="1"/>
              <a:t>följs</a:t>
            </a:r>
            <a:r>
              <a:rPr lang="en-US" dirty="0"/>
              <a:t> </a:t>
            </a:r>
            <a:r>
              <a:rPr lang="en-US" dirty="0" err="1"/>
              <a:t>upp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efterföljande</a:t>
            </a:r>
            <a:r>
              <a:rPr lang="en-US" dirty="0"/>
              <a:t> </a:t>
            </a:r>
            <a:r>
              <a:rPr lang="en-US" dirty="0" err="1"/>
              <a:t>sidor</a:t>
            </a:r>
            <a:r>
              <a:rPr lang="en-US" dirty="0"/>
              <a:t>.</a:t>
            </a:r>
          </a:p>
          <a:p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dels </a:t>
            </a:r>
            <a:r>
              <a:rPr lang="en-US" dirty="0" err="1"/>
              <a:t>att</a:t>
            </a:r>
            <a:r>
              <a:rPr lang="en-US" dirty="0"/>
              <a:t> visa </a:t>
            </a:r>
            <a:r>
              <a:rPr lang="en-US" dirty="0" err="1"/>
              <a:t>hur</a:t>
            </a:r>
            <a:r>
              <a:rPr lang="en-US" dirty="0"/>
              <a:t> </a:t>
            </a:r>
            <a:r>
              <a:rPr lang="en-US" dirty="0" err="1"/>
              <a:t>förändringen</a:t>
            </a:r>
            <a:r>
              <a:rPr lang="en-US" dirty="0"/>
              <a:t> ser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över</a:t>
            </a:r>
            <a:r>
              <a:rPr lang="en-US" dirty="0"/>
              <a:t> </a:t>
            </a:r>
            <a:r>
              <a:rPr lang="en-US" dirty="0" err="1"/>
              <a:t>tid</a:t>
            </a:r>
            <a:r>
              <a:rPr lang="en-US" dirty="0"/>
              <a:t>.</a:t>
            </a:r>
          </a:p>
          <a:p>
            <a:r>
              <a:rPr lang="en-US" dirty="0"/>
              <a:t>Men </a:t>
            </a:r>
            <a:r>
              <a:rPr lang="en-US" dirty="0" err="1"/>
              <a:t>också</a:t>
            </a:r>
            <a:r>
              <a:rPr lang="en-US" dirty="0"/>
              <a:t> dels </a:t>
            </a:r>
            <a:r>
              <a:rPr lang="en-US" dirty="0" err="1"/>
              <a:t>att</a:t>
            </a:r>
            <a:r>
              <a:rPr lang="en-US" dirty="0"/>
              <a:t> visa </a:t>
            </a:r>
            <a:r>
              <a:rPr lang="en-US" dirty="0" err="1"/>
              <a:t>på</a:t>
            </a:r>
            <a:r>
              <a:rPr lang="en-US" dirty="0"/>
              <a:t> risker – </a:t>
            </a:r>
            <a:r>
              <a:rPr lang="en-US" dirty="0" err="1"/>
              <a:t>där</a:t>
            </a:r>
            <a:r>
              <a:rPr lang="en-US" dirty="0"/>
              <a:t> </a:t>
            </a:r>
            <a:r>
              <a:rPr lang="en-US" dirty="0" err="1"/>
              <a:t>antagen</a:t>
            </a:r>
            <a:r>
              <a:rPr lang="en-US" dirty="0"/>
              <a:t> risk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ha </a:t>
            </a:r>
            <a:r>
              <a:rPr lang="en-US" dirty="0" err="1"/>
              <a:t>stor</a:t>
            </a:r>
            <a:r>
              <a:rPr lang="en-US" dirty="0"/>
              <a:t> </a:t>
            </a:r>
            <a:r>
              <a:rPr lang="en-US" dirty="0" err="1"/>
              <a:t>andel</a:t>
            </a:r>
            <a:r>
              <a:rPr lang="en-US" dirty="0"/>
              <a:t> 65+ men </a:t>
            </a:r>
            <a:r>
              <a:rPr lang="en-US" dirty="0" err="1"/>
              <a:t>också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stor</a:t>
            </a:r>
            <a:r>
              <a:rPr lang="en-US" dirty="0"/>
              <a:t> </a:t>
            </a:r>
            <a:r>
              <a:rPr lang="en-US" dirty="0" err="1"/>
              <a:t>andel</a:t>
            </a:r>
            <a:r>
              <a:rPr lang="en-US" dirty="0"/>
              <a:t> 65+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bor</a:t>
            </a:r>
            <a:r>
              <a:rPr lang="en-US" dirty="0"/>
              <a:t> </a:t>
            </a:r>
            <a:r>
              <a:rPr lang="en-US" dirty="0" err="1"/>
              <a:t>ensamma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56466-25BD-89CF-C58C-BF0ECE1B6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7A79D-9FDB-2C3D-4F43-7F3DB93EC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462" y="541396"/>
            <a:ext cx="5031036" cy="280484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D2B911-46E7-9F1E-3F1B-4142E4419172}"/>
              </a:ext>
            </a:extLst>
          </p:cNvPr>
          <p:cNvCxnSpPr>
            <a:cxnSpLocks/>
          </p:cNvCxnSpPr>
          <p:nvPr/>
        </p:nvCxnSpPr>
        <p:spPr>
          <a:xfrm flipV="1">
            <a:off x="3745735" y="1795749"/>
            <a:ext cx="2265804" cy="22364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E86D6D-F09A-471B-B2F4-CF0E387725B0}"/>
              </a:ext>
            </a:extLst>
          </p:cNvPr>
          <p:cNvCxnSpPr>
            <a:cxnSpLocks/>
          </p:cNvCxnSpPr>
          <p:nvPr/>
        </p:nvCxnSpPr>
        <p:spPr>
          <a:xfrm>
            <a:off x="3910988" y="4869455"/>
            <a:ext cx="2100551" cy="1983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DBA37DA-1086-9972-0EA7-6176516CB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463" y="3511756"/>
            <a:ext cx="5031036" cy="281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3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6D22-70B4-FBBD-0864-DBEB64A8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90BC15-9677-B66D-6A11-86935333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4796245" cy="1917700"/>
          </a:xfrm>
        </p:spPr>
        <p:txBody>
          <a:bodyPr>
            <a:normAutofit/>
          </a:bodyPr>
          <a:lstStyle/>
          <a:p>
            <a:r>
              <a:rPr lang="en-US" dirty="0"/>
              <a:t>UTBILDNING &amp; SYSSELSÄTTNING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0F416C-304F-CF7B-80ED-C28FBF3E171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Annan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se </a:t>
            </a:r>
            <a:r>
              <a:rPr lang="en-US" dirty="0" err="1"/>
              <a:t>hur</a:t>
            </a:r>
            <a:r>
              <a:rPr lang="en-US" dirty="0"/>
              <a:t> </a:t>
            </a:r>
            <a:r>
              <a:rPr lang="en-US" dirty="0" err="1"/>
              <a:t>utbildningen</a:t>
            </a:r>
            <a:r>
              <a:rPr lang="en-US" dirty="0"/>
              <a:t> </a:t>
            </a:r>
            <a:r>
              <a:rPr lang="en-US" dirty="0" err="1"/>
              <a:t>samt</a:t>
            </a:r>
            <a:r>
              <a:rPr lang="en-US" dirty="0"/>
              <a:t> </a:t>
            </a:r>
            <a:r>
              <a:rPr lang="en-US" dirty="0" err="1"/>
              <a:t>sysselsättningen</a:t>
            </a:r>
            <a:r>
              <a:rPr lang="en-US" dirty="0"/>
              <a:t> ser </a:t>
            </a:r>
            <a:r>
              <a:rPr lang="en-US" dirty="0" err="1"/>
              <a:t>ut</a:t>
            </a:r>
            <a:r>
              <a:rPr lang="en-US" dirty="0"/>
              <a:t> I de </a:t>
            </a:r>
            <a:r>
              <a:rPr lang="en-US" dirty="0" err="1"/>
              <a:t>olika</a:t>
            </a:r>
            <a:r>
              <a:rPr lang="en-US" dirty="0"/>
              <a:t> </a:t>
            </a:r>
            <a:r>
              <a:rPr lang="en-US" dirty="0" err="1"/>
              <a:t>kommunerna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0296E-E3EC-BC86-6085-6233B71F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EC34B-7DBB-C326-42F0-985A2A86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462" y="466461"/>
            <a:ext cx="5031036" cy="2820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4D4023-D7F6-A876-33B9-65158EB32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462" y="3571055"/>
            <a:ext cx="5031036" cy="282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2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636C4-59A2-7AF9-0431-671A206C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026DC4-7C96-8DE2-CEA2-9B836492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4796245" cy="1917700"/>
          </a:xfrm>
        </p:spPr>
        <p:txBody>
          <a:bodyPr>
            <a:normAutofit/>
          </a:bodyPr>
          <a:lstStyle/>
          <a:p>
            <a:r>
              <a:rPr lang="en-US" dirty="0" err="1"/>
              <a:t>Politiskt</a:t>
            </a:r>
            <a:r>
              <a:rPr lang="en-US" dirty="0"/>
              <a:t> </a:t>
            </a:r>
            <a:r>
              <a:rPr lang="en-US" dirty="0" err="1"/>
              <a:t>styre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0AFAAF-C3EF-4EDA-D63D-98D80685667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Sidan för </a:t>
            </a:r>
            <a:r>
              <a:rPr lang="en-US" dirty="0" err="1"/>
              <a:t>politiskt</a:t>
            </a:r>
            <a:r>
              <a:rPr lang="en-US" dirty="0"/>
              <a:t> </a:t>
            </a:r>
            <a:r>
              <a:rPr lang="en-US" dirty="0" err="1"/>
              <a:t>styre</a:t>
            </a:r>
            <a:r>
              <a:rPr lang="en-US" dirty="0"/>
              <a:t> </a:t>
            </a:r>
            <a:r>
              <a:rPr lang="en-US" dirty="0" err="1"/>
              <a:t>visar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sammanfattning</a:t>
            </a:r>
            <a:r>
              <a:rPr lang="en-US" dirty="0"/>
              <a:t> av </a:t>
            </a:r>
            <a:r>
              <a:rPr lang="en-US" dirty="0" err="1"/>
              <a:t>kommunernas</a:t>
            </a:r>
            <a:r>
              <a:rPr lang="en-US" dirty="0"/>
              <a:t> </a:t>
            </a:r>
            <a:r>
              <a:rPr lang="en-US" dirty="0" err="1"/>
              <a:t>nyckeltal</a:t>
            </a:r>
            <a:r>
              <a:rPr lang="en-US" dirty="0"/>
              <a:t> och </a:t>
            </a:r>
            <a:r>
              <a:rPr lang="en-US" dirty="0" err="1"/>
              <a:t>utvalda</a:t>
            </a:r>
            <a:r>
              <a:rPr lang="en-US" dirty="0"/>
              <a:t> </a:t>
            </a:r>
            <a:r>
              <a:rPr lang="en-US" dirty="0" err="1"/>
              <a:t>KPIer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5D9A5-D4C4-321F-17D2-8ACF80E0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24CF4-8D71-1AB8-C79C-71423E648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279" y="1366648"/>
            <a:ext cx="6461722" cy="363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Cecilia Wallström</a:t>
            </a:r>
          </a:p>
          <a:p>
            <a:r>
              <a:rPr lang="en-US" dirty="0"/>
              <a:t>073 337 77 50</a:t>
            </a:r>
          </a:p>
          <a:p>
            <a:r>
              <a:rPr lang="en-US" dirty="0"/>
              <a:t>Cecilia.wallstrom@bouvet.se</a:t>
            </a:r>
          </a:p>
          <a:p>
            <a:r>
              <a:rPr lang="en-US" dirty="0"/>
              <a:t>www.bouvet.se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717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259e6e3-2afb-469f-a0df-b995253cdc93}" enabled="1" method="Privileged" siteId="{c317fa72-b393-44ea-a87c-ea272e8d96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{26A7BD02-34D2-4708-85EE-E8879DCBA5B0}TF7521aafa-c748-4c40-a498-ba511be234dc5b1b6097_win32-5039330bb2f3</Template>
  <TotalTime>216</TotalTime>
  <Words>201</Words>
  <Application>Microsoft Office PowerPoint</Application>
  <PresentationFormat>Widescreen</PresentationFormat>
  <Paragraphs>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OmRådesinsikt KOmmun</vt:lpstr>
      <vt:lpstr>Statistisk översikt</vt:lpstr>
      <vt:lpstr>Detaljer</vt:lpstr>
      <vt:lpstr>65+</vt:lpstr>
      <vt:lpstr>UTBILDNING &amp; SYSSELSÄTTNING</vt:lpstr>
      <vt:lpstr>Politiskt styre</vt:lpstr>
      <vt:lpstr>TACK</vt:lpstr>
    </vt:vector>
  </TitlesOfParts>
  <Company>Bouvet 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Wallström</dc:creator>
  <cp:lastModifiedBy>Cecilia Wallström</cp:lastModifiedBy>
  <cp:revision>1</cp:revision>
  <dcterms:created xsi:type="dcterms:W3CDTF">2025-11-28T09:24:14Z</dcterms:created>
  <dcterms:modified xsi:type="dcterms:W3CDTF">2025-11-28T13:00:16Z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